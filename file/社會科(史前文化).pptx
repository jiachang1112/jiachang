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sldIdLst>
    <p:sldId id="256" r:id="rId2"/>
    <p:sldId id="261" r:id="rId3"/>
    <p:sldId id="258" r:id="rId4"/>
    <p:sldId id="265" r:id="rId5"/>
    <p:sldId id="259" r:id="rId6"/>
    <p:sldId id="260" r:id="rId7"/>
    <p:sldId id="26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2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1D6B7-6CB6-4B6D-A702-039897D68168}" type="datetimeFigureOut">
              <a:rPr lang="zh-TW" altLang="en-US" smtClean="0"/>
              <a:t>2020/11/25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03A429-15CC-49AC-A9CA-C0DC300A53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949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是貝塚喔</a:t>
            </a:r>
            <a:r>
              <a:rPr lang="en-US" altLang="zh-TW" dirty="0" smtClean="0"/>
              <a:t>!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03A429-15CC-49AC-A9CA-C0DC300A5347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40010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11/25/2020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11/25/2020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11/25/2020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11/25/2020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F5296F-8235-4571-BC9E-F48758CB7D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9955" y="1160865"/>
            <a:ext cx="7766936" cy="1646302"/>
          </a:xfrm>
        </p:spPr>
        <p:txBody>
          <a:bodyPr/>
          <a:lstStyle/>
          <a:p>
            <a:pPr algn="ctr"/>
            <a:r>
              <a:rPr lang="zh-TW" altLang="en-US" dirty="0"/>
              <a:t>社會科課後討論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F767F33-76C6-48B0-A298-D0C156608C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>
            <a:normAutofit/>
          </a:bodyPr>
          <a:lstStyle/>
          <a:p>
            <a:pPr algn="ctr"/>
            <a:r>
              <a:rPr lang="en-US" altLang="zh-TW" sz="3200" dirty="0"/>
              <a:t>50105</a:t>
            </a:r>
            <a:r>
              <a:rPr lang="zh-TW" altLang="en-US" sz="3200" dirty="0"/>
              <a:t>洪嘉成</a:t>
            </a:r>
            <a:r>
              <a:rPr lang="en-US" altLang="zh-TW" sz="3200" dirty="0"/>
              <a:t>(</a:t>
            </a:r>
            <a:r>
              <a:rPr lang="zh-TW" altLang="en-US" sz="3200" dirty="0"/>
              <a:t>第二學期</a:t>
            </a:r>
            <a:r>
              <a:rPr lang="en-US" altLang="zh-TW" sz="3200" dirty="0"/>
              <a:t>)</a:t>
            </a:r>
            <a:endParaRPr lang="zh-TW" altLang="en-US" sz="3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05501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BB0D83-1842-4C21-8215-7487309EB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477" y="609600"/>
            <a:ext cx="8596668" cy="657138"/>
          </a:xfrm>
        </p:spPr>
        <p:txBody>
          <a:bodyPr/>
          <a:lstStyle/>
          <a:p>
            <a:pPr algn="ctr"/>
            <a:r>
              <a:rPr lang="en-US" altLang="zh-TW" dirty="0"/>
              <a:t>(1)</a:t>
            </a:r>
            <a:r>
              <a:rPr lang="zh-TW" altLang="en-US" dirty="0"/>
              <a:t>史前文化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169CE68-9DE0-42FE-A1A1-2D6225561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559" y="2036640"/>
            <a:ext cx="11152716" cy="4483099"/>
          </a:xfrm>
        </p:spPr>
        <p:txBody>
          <a:bodyPr>
            <a:normAutofit/>
          </a:bodyPr>
          <a:lstStyle/>
          <a:p>
            <a:r>
              <a:rPr lang="zh-TW" altLang="en-US" sz="4800" dirty="0"/>
              <a:t>五萬年前，臺灣有人民居住，當時沒有記載，不過能從先民留下的遺物來過生活，根據器具製作方式和材質，就分為</a:t>
            </a:r>
            <a:r>
              <a:rPr lang="zh-TW" altLang="en-US" sz="4800" u="sng" dirty="0">
                <a:solidFill>
                  <a:schemeClr val="accent2"/>
                </a:solidFill>
              </a:rPr>
              <a:t>舊石器時代</a:t>
            </a:r>
            <a:r>
              <a:rPr lang="zh-TW" altLang="en-US" sz="4800" dirty="0"/>
              <a:t>和</a:t>
            </a:r>
            <a:r>
              <a:rPr lang="zh-TW" altLang="en-US" sz="4800" u="sng" dirty="0">
                <a:solidFill>
                  <a:srgbClr val="00B050"/>
                </a:solidFill>
              </a:rPr>
              <a:t>新石器時代</a:t>
            </a:r>
            <a:r>
              <a:rPr lang="zh-TW" altLang="en-US" sz="4800" dirty="0"/>
              <a:t>和</a:t>
            </a:r>
            <a:r>
              <a:rPr lang="zh-TW" altLang="en-US" sz="4800" u="sng" dirty="0">
                <a:solidFill>
                  <a:srgbClr val="FFC000"/>
                </a:solidFill>
              </a:rPr>
              <a:t>金屬器時代</a:t>
            </a:r>
            <a:r>
              <a:rPr lang="zh-TW" altLang="en-US" sz="4800" dirty="0" smtClean="0">
                <a:solidFill>
                  <a:schemeClr val="tx1"/>
                </a:solidFill>
              </a:rPr>
              <a:t>。</a:t>
            </a:r>
            <a:endParaRPr lang="en-US" altLang="zh-TW" sz="4800" dirty="0">
              <a:solidFill>
                <a:srgbClr val="FFC000"/>
              </a:solidFill>
            </a:endParaRPr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D82F6011-76C4-4206-B5CC-47C4A03DDB38}"/>
              </a:ext>
            </a:extLst>
          </p:cNvPr>
          <p:cNvSpPr/>
          <p:nvPr/>
        </p:nvSpPr>
        <p:spPr>
          <a:xfrm>
            <a:off x="3074537" y="1390687"/>
            <a:ext cx="6199465" cy="6459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dirty="0">
                <a:solidFill>
                  <a:srgbClr val="FF0000"/>
                </a:solidFill>
              </a:rPr>
              <a:t>史前時代的意義</a:t>
            </a:r>
          </a:p>
        </p:txBody>
      </p:sp>
    </p:spTree>
    <p:extLst>
      <p:ext uri="{BB962C8B-B14F-4D97-AF65-F5344CB8AC3E}">
        <p14:creationId xmlns:p14="http://schemas.microsoft.com/office/powerpoint/2010/main" val="9955565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BB0D83-1842-4C21-8215-7487309EB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409" y="1814819"/>
            <a:ext cx="11624204" cy="2579740"/>
          </a:xfrm>
        </p:spPr>
        <p:txBody>
          <a:bodyPr>
            <a:noAutofit/>
          </a:bodyPr>
          <a:lstStyle/>
          <a:p>
            <a:pPr algn="ctr"/>
            <a:r>
              <a:rPr lang="zh-TW" altLang="en-US" sz="16600" dirty="0" smtClean="0">
                <a:solidFill>
                  <a:srgbClr val="00B050"/>
                </a:solidFill>
              </a:rPr>
              <a:t>舊石器時代</a:t>
            </a:r>
            <a:endParaRPr lang="zh-TW" altLang="en-US" sz="166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282439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BB0D83-1842-4C21-8215-7487309EB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424" y="300038"/>
            <a:ext cx="9938986" cy="1593727"/>
          </a:xfrm>
        </p:spPr>
        <p:txBody>
          <a:bodyPr>
            <a:normAutofit/>
          </a:bodyPr>
          <a:lstStyle/>
          <a:p>
            <a:pPr algn="ctr"/>
            <a:r>
              <a:rPr lang="en-US" altLang="zh-TW" sz="8000" dirty="0"/>
              <a:t>(1)</a:t>
            </a:r>
            <a:r>
              <a:rPr lang="zh-TW" altLang="en-US" sz="8000" dirty="0"/>
              <a:t>史前文化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169CE68-9DE0-42FE-A1A1-2D6225561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559" y="2036640"/>
            <a:ext cx="11152716" cy="4483099"/>
          </a:xfrm>
        </p:spPr>
        <p:txBody>
          <a:bodyPr>
            <a:normAutofit/>
          </a:bodyPr>
          <a:lstStyle/>
          <a:p>
            <a:r>
              <a:rPr lang="zh-TW" altLang="en-US" sz="4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舊石器時代</a:t>
            </a:r>
            <a:r>
              <a:rPr lang="zh-TW" altLang="en-US" sz="4800" dirty="0">
                <a:solidFill>
                  <a:schemeClr val="tx1"/>
                </a:solidFill>
              </a:rPr>
              <a:t>，大約從</a:t>
            </a:r>
            <a:r>
              <a:rPr lang="en-US" altLang="zh-TW" sz="4800" dirty="0">
                <a:solidFill>
                  <a:schemeClr val="tx1"/>
                </a:solidFill>
              </a:rPr>
              <a:t>5</a:t>
            </a:r>
            <a:r>
              <a:rPr lang="zh-TW" altLang="en-US" sz="4800" dirty="0">
                <a:solidFill>
                  <a:schemeClr val="tx1"/>
                </a:solidFill>
              </a:rPr>
              <a:t>萬年前開始，當時人們只能靠採集野果、捕魚、打獵為生，用敲打的方式製作石器，並且已經知道用火燒烤食物。台東縣長濱鄉八仙洞的長濱文化，是代表文化。</a:t>
            </a:r>
            <a:endParaRPr lang="en-US" altLang="zh-TW" sz="4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031344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BB0D83-1842-4C21-8215-7487309EB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034" y="2166937"/>
            <a:ext cx="11152716" cy="2633664"/>
          </a:xfrm>
        </p:spPr>
        <p:txBody>
          <a:bodyPr>
            <a:normAutofit/>
          </a:bodyPr>
          <a:lstStyle/>
          <a:p>
            <a:pPr algn="ctr"/>
            <a:r>
              <a:rPr lang="zh-TW" altLang="en-US" sz="16600" dirty="0" smtClean="0">
                <a:solidFill>
                  <a:srgbClr val="FFC000"/>
                </a:solidFill>
              </a:rPr>
              <a:t>新石器時代</a:t>
            </a:r>
            <a:endParaRPr lang="zh-TW" altLang="en-US" sz="166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68131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477308" y="1643063"/>
            <a:ext cx="10838391" cy="5029198"/>
          </a:xfrm>
        </p:spPr>
        <p:txBody>
          <a:bodyPr>
            <a:normAutofit fontScale="90000"/>
          </a:bodyPr>
          <a:lstStyle/>
          <a:p>
            <a:pPr algn="ctr"/>
            <a:r>
              <a:rPr lang="zh-TW" altLang="en-US" u="sng" dirty="0" smtClean="0">
                <a:solidFill>
                  <a:srgbClr val="7030A0"/>
                </a:solidFill>
              </a:rPr>
              <a:t>新石器時代</a:t>
            </a:r>
            <a:r>
              <a:rPr lang="zh-TW" altLang="en-US" dirty="0" smtClean="0">
                <a:solidFill>
                  <a:srgbClr val="7030A0"/>
                </a:solidFill>
              </a:rPr>
              <a:t>，大約從</a:t>
            </a:r>
            <a:r>
              <a:rPr lang="zh-TW" altLang="en-US" u="sng" dirty="0" smtClean="0">
                <a:solidFill>
                  <a:srgbClr val="FF0000"/>
                </a:solidFill>
              </a:rPr>
              <a:t>七前年</a:t>
            </a:r>
            <a:r>
              <a:rPr lang="zh-TW" altLang="en-US" dirty="0" smtClean="0">
                <a:solidFill>
                  <a:srgbClr val="7030A0"/>
                </a:solidFill>
              </a:rPr>
              <a:t>前開始，當時人們除了捕魚、狩獵之外，也用磨製的方式</a:t>
            </a:r>
            <a:r>
              <a:rPr lang="zh-TW" altLang="en-US" u="sng" dirty="0" smtClean="0">
                <a:solidFill>
                  <a:srgbClr val="7030A0"/>
                </a:solidFill>
              </a:rPr>
              <a:t>打造石器</a:t>
            </a:r>
            <a:r>
              <a:rPr lang="zh-TW" altLang="en-US" dirty="0" smtClean="0">
                <a:solidFill>
                  <a:srgbClr val="7030A0"/>
                </a:solidFill>
              </a:rPr>
              <a:t>，並發展簡單農業，還有製造</a:t>
            </a:r>
            <a:r>
              <a:rPr lang="zh-TW" altLang="en-US" u="sng" dirty="0" smtClean="0">
                <a:solidFill>
                  <a:srgbClr val="7030A0"/>
                </a:solidFill>
              </a:rPr>
              <a:t>陶器</a:t>
            </a:r>
            <a:r>
              <a:rPr lang="zh-TW" altLang="en-US" dirty="0" smtClean="0">
                <a:solidFill>
                  <a:srgbClr val="7030A0"/>
                </a:solidFill>
              </a:rPr>
              <a:t>來儲存東西，上面印有繩紋圖案。</a:t>
            </a:r>
            <a:r>
              <a:rPr lang="en-US" altLang="zh-TW" dirty="0" smtClean="0">
                <a:solidFill>
                  <a:srgbClr val="7030A0"/>
                </a:solidFill>
              </a:rPr>
              <a:t/>
            </a:r>
            <a:br>
              <a:rPr lang="en-US" altLang="zh-TW" dirty="0" smtClean="0">
                <a:solidFill>
                  <a:srgbClr val="7030A0"/>
                </a:solidFill>
              </a:rPr>
            </a:br>
            <a:r>
              <a:rPr lang="en-US" altLang="zh-TW" dirty="0" smtClean="0">
                <a:solidFill>
                  <a:srgbClr val="7030A0"/>
                </a:solidFill>
              </a:rPr>
              <a:t/>
            </a:r>
            <a:br>
              <a:rPr lang="en-US" altLang="zh-TW" dirty="0" smtClean="0">
                <a:solidFill>
                  <a:srgbClr val="7030A0"/>
                </a:solidFill>
              </a:rPr>
            </a:br>
            <a:r>
              <a:rPr lang="zh-TW" altLang="en-US" dirty="0" smtClean="0">
                <a:solidFill>
                  <a:srgbClr val="00B050"/>
                </a:solidFill>
              </a:rPr>
              <a:t>以下是這著名文化</a:t>
            </a:r>
            <a:r>
              <a:rPr lang="en-US" altLang="zh-TW" dirty="0" smtClean="0">
                <a:solidFill>
                  <a:srgbClr val="00B050"/>
                </a:solidFill>
              </a:rPr>
              <a:t/>
            </a:r>
            <a:br>
              <a:rPr lang="en-US" altLang="zh-TW" dirty="0" smtClean="0">
                <a:solidFill>
                  <a:srgbClr val="00B050"/>
                </a:solidFill>
              </a:rPr>
            </a:br>
            <a:r>
              <a:rPr lang="en-US" altLang="zh-TW" dirty="0" smtClean="0">
                <a:solidFill>
                  <a:srgbClr val="00B050"/>
                </a:solidFill>
              </a:rPr>
              <a:t/>
            </a:r>
            <a:br>
              <a:rPr lang="en-US" altLang="zh-TW" dirty="0" smtClean="0">
                <a:solidFill>
                  <a:srgbClr val="00B050"/>
                </a:solidFill>
              </a:rPr>
            </a:br>
            <a:r>
              <a:rPr lang="zh-TW" altLang="en-US" dirty="0" smtClean="0">
                <a:solidFill>
                  <a:srgbClr val="00B050"/>
                </a:solidFill>
              </a:rPr>
              <a:t>台北的圓山文化</a:t>
            </a:r>
            <a:r>
              <a:rPr lang="en-US" altLang="zh-TW" dirty="0" smtClean="0">
                <a:solidFill>
                  <a:srgbClr val="00B050"/>
                </a:solidFill>
              </a:rPr>
              <a:t/>
            </a:r>
            <a:br>
              <a:rPr lang="en-US" altLang="zh-TW" dirty="0" smtClean="0">
                <a:solidFill>
                  <a:srgbClr val="00B050"/>
                </a:solidFill>
              </a:rPr>
            </a:br>
            <a:r>
              <a:rPr lang="zh-TW" altLang="en-US" dirty="0">
                <a:solidFill>
                  <a:srgbClr val="00B050"/>
                </a:solidFill>
              </a:rPr>
              <a:t>台東</a:t>
            </a:r>
            <a:r>
              <a:rPr lang="zh-TW" altLang="en-US" dirty="0" smtClean="0">
                <a:solidFill>
                  <a:srgbClr val="00B050"/>
                </a:solidFill>
              </a:rPr>
              <a:t>的卑南文化</a:t>
            </a:r>
            <a:endParaRPr lang="zh-TW" altLang="en-US" dirty="0">
              <a:solidFill>
                <a:srgbClr val="00B050"/>
              </a:solidFill>
            </a:endParaRPr>
          </a:p>
        </p:txBody>
      </p:sp>
      <p:sp>
        <p:nvSpPr>
          <p:cNvPr id="5" name="圓角矩形 4"/>
          <p:cNvSpPr/>
          <p:nvPr/>
        </p:nvSpPr>
        <p:spPr>
          <a:xfrm>
            <a:off x="3189022" y="514350"/>
            <a:ext cx="5414962" cy="1128713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6000" dirty="0"/>
              <a:t>新石器時代</a:t>
            </a:r>
          </a:p>
        </p:txBody>
      </p:sp>
    </p:spTree>
    <p:extLst>
      <p:ext uri="{BB962C8B-B14F-4D97-AF65-F5344CB8AC3E}">
        <p14:creationId xmlns:p14="http://schemas.microsoft.com/office/powerpoint/2010/main" val="242963416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334" y="223837"/>
            <a:ext cx="11109854" cy="6319837"/>
          </a:xfrm>
        </p:spPr>
        <p:txBody>
          <a:bodyPr/>
          <a:lstStyle/>
          <a:p>
            <a:r>
              <a:rPr lang="zh-TW" altLang="en-US" dirty="0" smtClean="0"/>
              <a:t>圓山文化以大量出土的貝</a:t>
            </a:r>
            <a:r>
              <a:rPr lang="zh-TW" altLang="en-US" u="sng" dirty="0" smtClean="0"/>
              <a:t>塚   ㄓ</a:t>
            </a:r>
            <a:r>
              <a:rPr lang="zh-TW" altLang="en-US" u="sng" dirty="0"/>
              <a:t>ㄨㄥˇ</a:t>
            </a:r>
            <a:r>
              <a:rPr lang="zh-TW" altLang="en-US" dirty="0" smtClean="0"/>
              <a:t>為特色</a:t>
            </a:r>
            <a:endParaRPr lang="zh-TW" altLang="en-US" dirty="0"/>
          </a:p>
        </p:txBody>
      </p:sp>
      <p:sp>
        <p:nvSpPr>
          <p:cNvPr id="6" name="等於 5"/>
          <p:cNvSpPr/>
          <p:nvPr/>
        </p:nvSpPr>
        <p:spPr>
          <a:xfrm>
            <a:off x="6232261" y="226219"/>
            <a:ext cx="518160" cy="502920"/>
          </a:xfrm>
          <a:prstGeom prst="mathEqual">
            <a:avLst>
              <a:gd name="adj1" fmla="val 36745"/>
              <a:gd name="adj2" fmla="val 2265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697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"/>
</p:tagLst>
</file>

<file path=ppt/theme/theme1.xml><?xml version="1.0" encoding="utf-8"?>
<a:theme xmlns:a="http://schemas.openxmlformats.org/drawingml/2006/main" name="多面向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73</TotalTime>
  <Words>181</Words>
  <Application>Microsoft Office PowerPoint</Application>
  <PresentationFormat>寬螢幕</PresentationFormat>
  <Paragraphs>14</Paragraphs>
  <Slides>7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4" baseType="lpstr">
      <vt:lpstr>微軟正黑體</vt:lpstr>
      <vt:lpstr>新細明體</vt:lpstr>
      <vt:lpstr>Arial</vt:lpstr>
      <vt:lpstr>Calibri</vt:lpstr>
      <vt:lpstr>Trebuchet MS</vt:lpstr>
      <vt:lpstr>Wingdings 3</vt:lpstr>
      <vt:lpstr>多面向</vt:lpstr>
      <vt:lpstr>社會科課後討論</vt:lpstr>
      <vt:lpstr>(1)史前文化</vt:lpstr>
      <vt:lpstr>舊石器時代</vt:lpstr>
      <vt:lpstr>(1)史前文化</vt:lpstr>
      <vt:lpstr>新石器時代</vt:lpstr>
      <vt:lpstr>新石器時代，大約從七前年前開始，當時人們除了捕魚、狩獵之外，也用磨製的方式打造石器，並發展簡單農業，還有製造陶器來儲存東西，上面印有繩紋圖案。  以下是這著名文化  台北的圓山文化 台東的卑南文化</vt:lpstr>
      <vt:lpstr>圓山文化以大量出土的貝塚   ㄓㄨㄥˇ為特色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Windows 使用者</dc:creator>
  <cp:lastModifiedBy>Bruce9811123</cp:lastModifiedBy>
  <cp:revision>30</cp:revision>
  <dcterms:created xsi:type="dcterms:W3CDTF">2020-11-24T07:23:26Z</dcterms:created>
  <dcterms:modified xsi:type="dcterms:W3CDTF">2020-11-25T13:17:37Z</dcterms:modified>
</cp:coreProperties>
</file>