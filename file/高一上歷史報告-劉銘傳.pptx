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64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未命名的章節" id="{44570556-ACB9-4A2B-91E9-2FE1CFE3644F}">
          <p14:sldIdLst>
            <p14:sldId id="266"/>
            <p14:sldId id="264"/>
            <p14:sldId id="267"/>
            <p14:sldId id="258"/>
            <p14:sldId id="259"/>
            <p14:sldId id="260"/>
            <p14:sldId id="261"/>
            <p14:sldId id="262"/>
            <p14:sldId id="263"/>
            <p14:sldId id="270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07FF7-0BD8-4925-9277-E60B43355577}" v="36" dt="2025-11-05T13:36:50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4637" autoAdjust="0"/>
  </p:normalViewPr>
  <p:slideViewPr>
    <p:cSldViewPr snapToGrid="0">
      <p:cViewPr varScale="1">
        <p:scale>
          <a:sx n="78" d="100"/>
          <a:sy n="78" d="100"/>
        </p:scale>
        <p:origin x="826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ce9811123" userId="240896d8-c440-40a2-b721-96b24385f91b" providerId="ADAL" clId="{B67F0FB6-6094-4C1F-AA26-41D4052CBAF5}"/>
    <pc:docChg chg="undo custSel addSld modSld modSection">
      <pc:chgData name="Bruce9811123" userId="240896d8-c440-40a2-b721-96b24385f91b" providerId="ADAL" clId="{B67F0FB6-6094-4C1F-AA26-41D4052CBAF5}" dt="2025-11-05T23:42:43.950" v="457" actId="1076"/>
      <pc:docMkLst>
        <pc:docMk/>
      </pc:docMkLst>
      <pc:sldChg chg="modSp mod">
        <pc:chgData name="Bruce9811123" userId="240896d8-c440-40a2-b721-96b24385f91b" providerId="ADAL" clId="{B67F0FB6-6094-4C1F-AA26-41D4052CBAF5}" dt="2025-11-05T13:30:13.555" v="221" actId="1076"/>
        <pc:sldMkLst>
          <pc:docMk/>
          <pc:sldMk cId="1366123352" sldId="258"/>
        </pc:sldMkLst>
        <pc:spChg chg="mod">
          <ac:chgData name="Bruce9811123" userId="240896d8-c440-40a2-b721-96b24385f91b" providerId="ADAL" clId="{B67F0FB6-6094-4C1F-AA26-41D4052CBAF5}" dt="2025-11-05T13:27:35.770" v="202" actId="207"/>
          <ac:spMkLst>
            <pc:docMk/>
            <pc:sldMk cId="1366123352" sldId="258"/>
            <ac:spMk id="2" creationId="{C1BDC5AE-AE8C-DF8E-2ADF-4FE201EB9D75}"/>
          </ac:spMkLst>
        </pc:spChg>
        <pc:spChg chg="mod">
          <ac:chgData name="Bruce9811123" userId="240896d8-c440-40a2-b721-96b24385f91b" providerId="ADAL" clId="{B67F0FB6-6094-4C1F-AA26-41D4052CBAF5}" dt="2025-11-05T13:30:13.555" v="221" actId="1076"/>
          <ac:spMkLst>
            <pc:docMk/>
            <pc:sldMk cId="1366123352" sldId="258"/>
            <ac:spMk id="3" creationId="{E9525FA1-C0CD-BA8A-6C75-7CFE11032CBE}"/>
          </ac:spMkLst>
        </pc:spChg>
      </pc:sldChg>
      <pc:sldChg chg="addSp modSp mod">
        <pc:chgData name="Bruce9811123" userId="240896d8-c440-40a2-b721-96b24385f91b" providerId="ADAL" clId="{B67F0FB6-6094-4C1F-AA26-41D4052CBAF5}" dt="2025-11-05T13:38:31.625" v="454" actId="1076"/>
        <pc:sldMkLst>
          <pc:docMk/>
          <pc:sldMk cId="4135195709" sldId="259"/>
        </pc:sldMkLst>
        <pc:spChg chg="mod">
          <ac:chgData name="Bruce9811123" userId="240896d8-c440-40a2-b721-96b24385f91b" providerId="ADAL" clId="{B67F0FB6-6094-4C1F-AA26-41D4052CBAF5}" dt="2025-11-05T13:38:31.625" v="454" actId="1076"/>
          <ac:spMkLst>
            <pc:docMk/>
            <pc:sldMk cId="4135195709" sldId="259"/>
            <ac:spMk id="3" creationId="{C42E9A40-4F09-42F3-D530-3264E80DDED1}"/>
          </ac:spMkLst>
        </pc:spChg>
        <pc:spChg chg="add mod">
          <ac:chgData name="Bruce9811123" userId="240896d8-c440-40a2-b721-96b24385f91b" providerId="ADAL" clId="{B67F0FB6-6094-4C1F-AA26-41D4052CBAF5}" dt="2025-11-05T13:22:56.325" v="105" actId="207"/>
          <ac:spMkLst>
            <pc:docMk/>
            <pc:sldMk cId="4135195709" sldId="259"/>
            <ac:spMk id="4" creationId="{D57FA18B-61B0-7830-DBBD-30BA78B23B33}"/>
          </ac:spMkLst>
        </pc:spChg>
        <pc:spChg chg="add mod">
          <ac:chgData name="Bruce9811123" userId="240896d8-c440-40a2-b721-96b24385f91b" providerId="ADAL" clId="{B67F0FB6-6094-4C1F-AA26-41D4052CBAF5}" dt="2025-11-05T13:31:05.025" v="223"/>
          <ac:spMkLst>
            <pc:docMk/>
            <pc:sldMk cId="4135195709" sldId="259"/>
            <ac:spMk id="5" creationId="{F77352CD-FC84-7A4F-9CBD-C1FB852A1C15}"/>
          </ac:spMkLst>
        </pc:spChg>
      </pc:sldChg>
      <pc:sldChg chg="addSp modSp mod">
        <pc:chgData name="Bruce9811123" userId="240896d8-c440-40a2-b721-96b24385f91b" providerId="ADAL" clId="{B67F0FB6-6094-4C1F-AA26-41D4052CBAF5}" dt="2025-11-05T13:31:27.495" v="229" actId="1076"/>
        <pc:sldMkLst>
          <pc:docMk/>
          <pc:sldMk cId="3491986163" sldId="260"/>
        </pc:sldMkLst>
        <pc:spChg chg="add mod">
          <ac:chgData name="Bruce9811123" userId="240896d8-c440-40a2-b721-96b24385f91b" providerId="ADAL" clId="{B67F0FB6-6094-4C1F-AA26-41D4052CBAF5}" dt="2025-11-05T13:31:13.743" v="226"/>
          <ac:spMkLst>
            <pc:docMk/>
            <pc:sldMk cId="3491986163" sldId="260"/>
            <ac:spMk id="2" creationId="{330CD610-BDE7-9F4C-2D4A-0C709A050488}"/>
          </ac:spMkLst>
        </pc:spChg>
        <pc:spChg chg="mod">
          <ac:chgData name="Bruce9811123" userId="240896d8-c440-40a2-b721-96b24385f91b" providerId="ADAL" clId="{B67F0FB6-6094-4C1F-AA26-41D4052CBAF5}" dt="2025-11-05T13:31:21.120" v="227" actId="1076"/>
          <ac:spMkLst>
            <pc:docMk/>
            <pc:sldMk cId="3491986163" sldId="260"/>
            <ac:spMk id="3" creationId="{A1CC2050-011F-4710-688D-AFACCD4EBD2B}"/>
          </ac:spMkLst>
        </pc:spChg>
        <pc:picChg chg="mod">
          <ac:chgData name="Bruce9811123" userId="240896d8-c440-40a2-b721-96b24385f91b" providerId="ADAL" clId="{B67F0FB6-6094-4C1F-AA26-41D4052CBAF5}" dt="2025-11-05T13:31:27.495" v="229" actId="1076"/>
          <ac:picMkLst>
            <pc:docMk/>
            <pc:sldMk cId="3491986163" sldId="260"/>
            <ac:picMk id="3074" creationId="{E479A5F4-382C-F953-9116-5CDAA3C68ACF}"/>
          </ac:picMkLst>
        </pc:picChg>
      </pc:sldChg>
      <pc:sldChg chg="addSp modSp mod">
        <pc:chgData name="Bruce9811123" userId="240896d8-c440-40a2-b721-96b24385f91b" providerId="ADAL" clId="{B67F0FB6-6094-4C1F-AA26-41D4052CBAF5}" dt="2025-11-05T13:31:41.615" v="231" actId="1076"/>
        <pc:sldMkLst>
          <pc:docMk/>
          <pc:sldMk cId="970146615" sldId="261"/>
        </pc:sldMkLst>
        <pc:spChg chg="add mod">
          <ac:chgData name="Bruce9811123" userId="240896d8-c440-40a2-b721-96b24385f91b" providerId="ADAL" clId="{B67F0FB6-6094-4C1F-AA26-41D4052CBAF5}" dt="2025-11-05T13:31:35.034" v="230"/>
          <ac:spMkLst>
            <pc:docMk/>
            <pc:sldMk cId="970146615" sldId="261"/>
            <ac:spMk id="2" creationId="{67589118-595D-E331-1B5F-728947882BB6}"/>
          </ac:spMkLst>
        </pc:spChg>
        <pc:spChg chg="mod">
          <ac:chgData name="Bruce9811123" userId="240896d8-c440-40a2-b721-96b24385f91b" providerId="ADAL" clId="{B67F0FB6-6094-4C1F-AA26-41D4052CBAF5}" dt="2025-11-05T13:31:41.615" v="231" actId="1076"/>
          <ac:spMkLst>
            <pc:docMk/>
            <pc:sldMk cId="970146615" sldId="261"/>
            <ac:spMk id="3" creationId="{F38EF143-2E5D-8306-338B-C740B7448A15}"/>
          </ac:spMkLst>
        </pc:spChg>
      </pc:sldChg>
      <pc:sldChg chg="modSp mod">
        <pc:chgData name="Bruce9811123" userId="240896d8-c440-40a2-b721-96b24385f91b" providerId="ADAL" clId="{B67F0FB6-6094-4C1F-AA26-41D4052CBAF5}" dt="2025-11-05T13:28:16.072" v="209" actId="207"/>
        <pc:sldMkLst>
          <pc:docMk/>
          <pc:sldMk cId="1440270058" sldId="262"/>
        </pc:sldMkLst>
        <pc:spChg chg="mod">
          <ac:chgData name="Bruce9811123" userId="240896d8-c440-40a2-b721-96b24385f91b" providerId="ADAL" clId="{B67F0FB6-6094-4C1F-AA26-41D4052CBAF5}" dt="2025-11-05T13:28:16.072" v="209" actId="207"/>
          <ac:spMkLst>
            <pc:docMk/>
            <pc:sldMk cId="1440270058" sldId="262"/>
            <ac:spMk id="2" creationId="{C45CAA10-1E79-6D9B-3EE8-63D109471FBF}"/>
          </ac:spMkLst>
        </pc:spChg>
      </pc:sldChg>
      <pc:sldChg chg="addSp modSp mod">
        <pc:chgData name="Bruce9811123" userId="240896d8-c440-40a2-b721-96b24385f91b" providerId="ADAL" clId="{B67F0FB6-6094-4C1F-AA26-41D4052CBAF5}" dt="2025-11-05T13:31:55.137" v="233" actId="1076"/>
        <pc:sldMkLst>
          <pc:docMk/>
          <pc:sldMk cId="1949553833" sldId="263"/>
        </pc:sldMkLst>
        <pc:spChg chg="mod">
          <ac:chgData name="Bruce9811123" userId="240896d8-c440-40a2-b721-96b24385f91b" providerId="ADAL" clId="{B67F0FB6-6094-4C1F-AA26-41D4052CBAF5}" dt="2025-11-05T13:29:11.744" v="214" actId="207"/>
          <ac:spMkLst>
            <pc:docMk/>
            <pc:sldMk cId="1949553833" sldId="263"/>
            <ac:spMk id="2" creationId="{FA6929CF-F96D-7912-CF1E-5A67A4F2EB37}"/>
          </ac:spMkLst>
        </pc:spChg>
        <pc:spChg chg="mod">
          <ac:chgData name="Bruce9811123" userId="240896d8-c440-40a2-b721-96b24385f91b" providerId="ADAL" clId="{B67F0FB6-6094-4C1F-AA26-41D4052CBAF5}" dt="2025-11-05T13:31:55.137" v="233" actId="1076"/>
          <ac:spMkLst>
            <pc:docMk/>
            <pc:sldMk cId="1949553833" sldId="263"/>
            <ac:spMk id="3" creationId="{CD0AD0F1-736A-DDCF-5530-7CCD8B4E89DC}"/>
          </ac:spMkLst>
        </pc:spChg>
        <pc:spChg chg="add mod">
          <ac:chgData name="Bruce9811123" userId="240896d8-c440-40a2-b721-96b24385f91b" providerId="ADAL" clId="{B67F0FB6-6094-4C1F-AA26-41D4052CBAF5}" dt="2025-11-05T13:23:59.905" v="181" actId="207"/>
          <ac:spMkLst>
            <pc:docMk/>
            <pc:sldMk cId="1949553833" sldId="263"/>
            <ac:spMk id="5" creationId="{F6369D56-C10E-653C-5574-AAFB39F4E018}"/>
          </ac:spMkLst>
        </pc:spChg>
      </pc:sldChg>
      <pc:sldChg chg="modSp mod">
        <pc:chgData name="Bruce9811123" userId="240896d8-c440-40a2-b721-96b24385f91b" providerId="ADAL" clId="{B67F0FB6-6094-4C1F-AA26-41D4052CBAF5}" dt="2025-11-05T13:29:56.918" v="219" actId="207"/>
        <pc:sldMkLst>
          <pc:docMk/>
          <pc:sldMk cId="0" sldId="264"/>
        </pc:sldMkLst>
        <pc:spChg chg="mod">
          <ac:chgData name="Bruce9811123" userId="240896d8-c440-40a2-b721-96b24385f91b" providerId="ADAL" clId="{B67F0FB6-6094-4C1F-AA26-41D4052CBAF5}" dt="2025-11-05T13:26:59.365" v="193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Bruce9811123" userId="240896d8-c440-40a2-b721-96b24385f91b" providerId="ADAL" clId="{B67F0FB6-6094-4C1F-AA26-41D4052CBAF5}" dt="2025-11-05T13:29:56.918" v="219" actId="207"/>
          <ac:spMkLst>
            <pc:docMk/>
            <pc:sldMk cId="0" sldId="264"/>
            <ac:spMk id="4" creationId="{00000000-0000-0000-0000-000000000000}"/>
          </ac:spMkLst>
        </pc:spChg>
        <pc:spChg chg="mod">
          <ac:chgData name="Bruce9811123" userId="240896d8-c440-40a2-b721-96b24385f91b" providerId="ADAL" clId="{B67F0FB6-6094-4C1F-AA26-41D4052CBAF5}" dt="2025-11-05T13:27:56.769" v="206" actId="255"/>
          <ac:spMkLst>
            <pc:docMk/>
            <pc:sldMk cId="0" sldId="264"/>
            <ac:spMk id="5" creationId="{00000000-0000-0000-0000-000000000000}"/>
          </ac:spMkLst>
        </pc:spChg>
        <pc:spChg chg="mod">
          <ac:chgData name="Bruce9811123" userId="240896d8-c440-40a2-b721-96b24385f91b" providerId="ADAL" clId="{B67F0FB6-6094-4C1F-AA26-41D4052CBAF5}" dt="2025-11-05T13:28:27.485" v="211" actId="255"/>
          <ac:spMkLst>
            <pc:docMk/>
            <pc:sldMk cId="0" sldId="264"/>
            <ac:spMk id="6" creationId="{00000000-0000-0000-0000-000000000000}"/>
          </ac:spMkLst>
        </pc:spChg>
        <pc:spChg chg="mod">
          <ac:chgData name="Bruce9811123" userId="240896d8-c440-40a2-b721-96b24385f91b" providerId="ADAL" clId="{B67F0FB6-6094-4C1F-AA26-41D4052CBAF5}" dt="2025-11-05T13:29:41.874" v="218" actId="255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Bruce9811123" userId="240896d8-c440-40a2-b721-96b24385f91b" providerId="ADAL" clId="{B67F0FB6-6094-4C1F-AA26-41D4052CBAF5}" dt="2025-11-05T13:26:47.823" v="192" actId="207"/>
        <pc:sldMkLst>
          <pc:docMk/>
          <pc:sldMk cId="2673003037" sldId="266"/>
        </pc:sldMkLst>
        <pc:spChg chg="mod">
          <ac:chgData name="Bruce9811123" userId="240896d8-c440-40a2-b721-96b24385f91b" providerId="ADAL" clId="{B67F0FB6-6094-4C1F-AA26-41D4052CBAF5}" dt="2025-11-05T13:26:47.823" v="192" actId="207"/>
          <ac:spMkLst>
            <pc:docMk/>
            <pc:sldMk cId="2673003037" sldId="266"/>
            <ac:spMk id="2" creationId="{EF2C79ED-76EC-2DE1-30AC-1261405390DF}"/>
          </ac:spMkLst>
        </pc:spChg>
      </pc:sldChg>
      <pc:sldChg chg="addSp delSp modSp mod">
        <pc:chgData name="Bruce9811123" userId="240896d8-c440-40a2-b721-96b24385f91b" providerId="ADAL" clId="{B67F0FB6-6094-4C1F-AA26-41D4052CBAF5}" dt="2025-11-05T13:30:01.443" v="220" actId="207"/>
        <pc:sldMkLst>
          <pc:docMk/>
          <pc:sldMk cId="1294868478" sldId="267"/>
        </pc:sldMkLst>
        <pc:spChg chg="add del mod">
          <ac:chgData name="Bruce9811123" userId="240896d8-c440-40a2-b721-96b24385f91b" providerId="ADAL" clId="{B67F0FB6-6094-4C1F-AA26-41D4052CBAF5}" dt="2025-11-05T13:21:16.839" v="2" actId="478"/>
          <ac:spMkLst>
            <pc:docMk/>
            <pc:sldMk cId="1294868478" sldId="267"/>
            <ac:spMk id="3" creationId="{3DC055BE-B88B-D01F-7FEB-FF54B2ACAA0C}"/>
          </ac:spMkLst>
        </pc:spChg>
        <pc:spChg chg="add mod">
          <ac:chgData name="Bruce9811123" userId="240896d8-c440-40a2-b721-96b24385f91b" providerId="ADAL" clId="{B67F0FB6-6094-4C1F-AA26-41D4052CBAF5}" dt="2025-11-05T13:21:50.016" v="41" actId="1076"/>
          <ac:spMkLst>
            <pc:docMk/>
            <pc:sldMk cId="1294868478" sldId="267"/>
            <ac:spMk id="5" creationId="{DC0AD9F9-FDF8-DC72-D19C-07C1AF6FDAB4}"/>
          </ac:spMkLst>
        </pc:spChg>
        <pc:spChg chg="mod">
          <ac:chgData name="Bruce9811123" userId="240896d8-c440-40a2-b721-96b24385f91b" providerId="ADAL" clId="{B67F0FB6-6094-4C1F-AA26-41D4052CBAF5}" dt="2025-11-05T13:30:01.443" v="220" actId="207"/>
          <ac:spMkLst>
            <pc:docMk/>
            <pc:sldMk cId="1294868478" sldId="267"/>
            <ac:spMk id="10" creationId="{6997E88E-A202-42AF-868F-E031D0A96CED}"/>
          </ac:spMkLst>
        </pc:spChg>
        <pc:spChg chg="mod">
          <ac:chgData name="Bruce9811123" userId="240896d8-c440-40a2-b721-96b24385f91b" providerId="ADAL" clId="{B67F0FB6-6094-4C1F-AA26-41D4052CBAF5}" dt="2025-11-05T13:25:52.445" v="188" actId="1076"/>
          <ac:spMkLst>
            <pc:docMk/>
            <pc:sldMk cId="1294868478" sldId="267"/>
            <ac:spMk id="13" creationId="{598FD214-8669-4EA6-954A-3689BC3D2328}"/>
          </ac:spMkLst>
        </pc:spChg>
      </pc:sldChg>
      <pc:sldChg chg="addSp delSp modSp new mod">
        <pc:chgData name="Bruce9811123" userId="240896d8-c440-40a2-b721-96b24385f91b" providerId="ADAL" clId="{B67F0FB6-6094-4C1F-AA26-41D4052CBAF5}" dt="2025-11-05T23:42:43.950" v="457" actId="1076"/>
        <pc:sldMkLst>
          <pc:docMk/>
          <pc:sldMk cId="2308953375" sldId="270"/>
        </pc:sldMkLst>
        <pc:spChg chg="add mod">
          <ac:chgData name="Bruce9811123" userId="240896d8-c440-40a2-b721-96b24385f91b" providerId="ADAL" clId="{B67F0FB6-6094-4C1F-AA26-41D4052CBAF5}" dt="2025-11-05T13:32:48.625" v="283" actId="1076"/>
          <ac:spMkLst>
            <pc:docMk/>
            <pc:sldMk cId="2308953375" sldId="270"/>
            <ac:spMk id="2" creationId="{CD86CC78-3425-8FB1-54B5-597C3D0BAF97}"/>
          </ac:spMkLst>
        </pc:spChg>
        <pc:spChg chg="add del mod">
          <ac:chgData name="Bruce9811123" userId="240896d8-c440-40a2-b721-96b24385f91b" providerId="ADAL" clId="{B67F0FB6-6094-4C1F-AA26-41D4052CBAF5}" dt="2025-11-05T13:33:14.135" v="285" actId="478"/>
          <ac:spMkLst>
            <pc:docMk/>
            <pc:sldMk cId="2308953375" sldId="270"/>
            <ac:spMk id="3" creationId="{D5EA12D5-D3AD-EFB9-CB91-F7F1E09C3184}"/>
          </ac:spMkLst>
        </pc:spChg>
        <pc:spChg chg="add del mod">
          <ac:chgData name="Bruce9811123" userId="240896d8-c440-40a2-b721-96b24385f91b" providerId="ADAL" clId="{B67F0FB6-6094-4C1F-AA26-41D4052CBAF5}" dt="2025-11-05T13:33:18.941" v="287" actId="478"/>
          <ac:spMkLst>
            <pc:docMk/>
            <pc:sldMk cId="2308953375" sldId="270"/>
            <ac:spMk id="4" creationId="{4794FE19-4659-2086-C82F-DDCDE4E05B5F}"/>
          </ac:spMkLst>
        </pc:spChg>
        <pc:spChg chg="add mod">
          <ac:chgData name="Bruce9811123" userId="240896d8-c440-40a2-b721-96b24385f91b" providerId="ADAL" clId="{B67F0FB6-6094-4C1F-AA26-41D4052CBAF5}" dt="2025-11-05T23:42:43.950" v="457" actId="1076"/>
          <ac:spMkLst>
            <pc:docMk/>
            <pc:sldMk cId="2308953375" sldId="270"/>
            <ac:spMk id="6" creationId="{A0911A7D-F96C-D596-E37C-CC52E9E5720D}"/>
          </ac:spMkLst>
        </pc:spChg>
        <pc:picChg chg="add mod">
          <ac:chgData name="Bruce9811123" userId="240896d8-c440-40a2-b721-96b24385f91b" providerId="ADAL" clId="{B67F0FB6-6094-4C1F-AA26-41D4052CBAF5}" dt="2025-11-05T13:37:10.913" v="453" actId="1076"/>
          <ac:picMkLst>
            <pc:docMk/>
            <pc:sldMk cId="2308953375" sldId="270"/>
            <ac:picMk id="7" creationId="{15C2E1D3-BC2C-799F-E381-D69E3BE7825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33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984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019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036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28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4200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170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0053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87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6807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1371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1614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231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2023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896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726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23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CDEA40A-8E4A-41F5-B618-A30A30AA82D2}" type="datetimeFigureOut">
              <a:rPr lang="zh-TW" altLang="en-US" smtClean="0"/>
              <a:t>2025/11/6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3641A8E-B662-49A9-B05C-8808EA91F5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2966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2C79ED-76EC-2DE1-30AC-12614053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181" y="218031"/>
            <a:ext cx="8534400" cy="1507067"/>
          </a:xfrm>
        </p:spPr>
        <p:txBody>
          <a:bodyPr>
            <a:normAutofit/>
          </a:bodyPr>
          <a:lstStyle/>
          <a:p>
            <a:r>
              <a:rPr lang="zh-TW" altLang="en-US" sz="4400" dirty="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猜猜哪位是劉銘傳</a:t>
            </a:r>
          </a:p>
        </p:txBody>
      </p:sp>
      <p:pic>
        <p:nvPicPr>
          <p:cNvPr id="1026" name="Picture 2" descr="劉銘傳- 維基大典">
            <a:extLst>
              <a:ext uri="{FF2B5EF4-FFF2-40B4-BE49-F238E27FC236}">
                <a16:creationId xmlns:a16="http://schemas.microsoft.com/office/drawing/2014/main" id="{116EFBF3-9803-B370-811D-ECEBFD96B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487" y="1850162"/>
            <a:ext cx="3193025" cy="439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金正恩- 維基百科，自由嘅百科全書">
            <a:extLst>
              <a:ext uri="{FF2B5EF4-FFF2-40B4-BE49-F238E27FC236}">
                <a16:creationId xmlns:a16="http://schemas.microsoft.com/office/drawing/2014/main" id="{F0301597-66CA-C6D6-5E8E-0D2CE9C50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181" y="1843085"/>
            <a:ext cx="3303813" cy="440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真的剃頭了！盤點王世堅為了狂言而履行過的事| Knowing | LINE TODAY">
            <a:extLst>
              <a:ext uri="{FF2B5EF4-FFF2-40B4-BE49-F238E27FC236}">
                <a16:creationId xmlns:a16="http://schemas.microsoft.com/office/drawing/2014/main" id="{6465E173-BB09-898E-493B-D15E81AAAD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45" r="10368"/>
          <a:stretch>
            <a:fillRect/>
          </a:stretch>
        </p:blipFill>
        <p:spPr bwMode="auto">
          <a:xfrm>
            <a:off x="8180263" y="1843086"/>
            <a:ext cx="3303814" cy="440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00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15788" y="702736"/>
            <a:ext cx="156966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sz="5400" dirty="0" err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目錄</a:t>
            </a:r>
            <a:endParaRPr sz="54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2339102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800">
                <a:solidFill>
                  <a:srgbClr val="E6E6E6"/>
                </a:solidFill>
                <a:latin typeface="微軟正黑體"/>
              </a:defRPr>
            </a:pPr>
            <a:r>
              <a:rPr sz="2800" b="1" cap="all" dirty="0" err="1">
                <a:ln w="3175" cmpd="sng"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一、人物介紹</a:t>
            </a:r>
            <a:endParaRPr sz="2800" b="1" cap="all" dirty="0">
              <a:ln w="3175" cmpd="sng"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2926079"/>
            <a:ext cx="2339102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ct val="0"/>
              </a:spcBef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sz="2800" b="1" cap="all" dirty="0" err="1">
                <a:ln w="3175" cmpd="sng">
                  <a:noFill/>
                </a:ln>
                <a:solidFill>
                  <a:srgbClr val="9999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二、主要事蹟</a:t>
            </a:r>
            <a:endParaRPr sz="2800" b="1" cap="all" dirty="0">
              <a:ln w="3175" cmpd="sng">
                <a:noFill/>
              </a:ln>
              <a:solidFill>
                <a:srgbClr val="9999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3416320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ct val="0"/>
              </a:spcBef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sz="2800" b="1" cap="all" dirty="0" err="1">
                <a:ln w="3175" cmpd="sng"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三、歷史影響與評價</a:t>
            </a:r>
            <a:endParaRPr sz="2800" b="1" cap="all" dirty="0">
              <a:ln w="3175" cmpd="sng"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1620957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Bef>
                <a:spcPct val="0"/>
              </a:spcBef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sz="2800" b="1" cap="all" dirty="0" err="1">
                <a:ln w="3175" cmpd="sng">
                  <a:noFill/>
                </a:ln>
                <a:solidFill>
                  <a:srgbClr val="FFFF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四、結論</a:t>
            </a:r>
            <a:endParaRPr sz="2800" b="1" cap="all" dirty="0">
              <a:ln w="3175" cmpd="sng">
                <a:noFill/>
              </a:ln>
              <a:solidFill>
                <a:srgbClr val="FFFF99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6997E88E-A202-42AF-868F-E031D0A96CED}"/>
              </a:ext>
            </a:extLst>
          </p:cNvPr>
          <p:cNvSpPr txBox="1">
            <a:spLocks/>
          </p:cNvSpPr>
          <p:nvPr/>
        </p:nvSpPr>
        <p:spPr>
          <a:xfrm>
            <a:off x="594452" y="621616"/>
            <a:ext cx="4432145" cy="77475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lang="zh-TW" altLang="en-US" sz="5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一、人物介紹</a:t>
            </a:r>
          </a:p>
        </p:txBody>
      </p:sp>
      <p:pic>
        <p:nvPicPr>
          <p:cNvPr id="12" name="圖片 11" descr="一張含有 人的臉孔, 直向, 男人, 人的鬍鬚 的圖片&#10;&#10;自動產生的描述">
            <a:extLst>
              <a:ext uri="{FF2B5EF4-FFF2-40B4-BE49-F238E27FC236}">
                <a16:creationId xmlns:a16="http://schemas.microsoft.com/office/drawing/2014/main" id="{17923694-F5DE-470A-9C6B-61AC5AF6C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490" y="3288207"/>
            <a:ext cx="2502302" cy="3443670"/>
          </a:xfrm>
          <a:prstGeom prst="rect">
            <a:avLst/>
          </a:prstGeom>
        </p:spPr>
      </p:pic>
      <p:sp>
        <p:nvSpPr>
          <p:cNvPr id="13" name="副標題 2">
            <a:extLst>
              <a:ext uri="{FF2B5EF4-FFF2-40B4-BE49-F238E27FC236}">
                <a16:creationId xmlns:a16="http://schemas.microsoft.com/office/drawing/2014/main" id="{598FD214-8669-4EA6-954A-3689BC3D2328}"/>
              </a:ext>
            </a:extLst>
          </p:cNvPr>
          <p:cNvSpPr txBox="1">
            <a:spLocks/>
          </p:cNvSpPr>
          <p:nvPr/>
        </p:nvSpPr>
        <p:spPr>
          <a:xfrm>
            <a:off x="594452" y="868200"/>
            <a:ext cx="9144000" cy="4840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姓名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劉銘傳 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(1836-1896)</a:t>
            </a:r>
          </a:p>
          <a:p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字號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省三，大潛山人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身分與職位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清朝軍事將領、洋務派官員、台灣首任巡撫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時代背景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清朝晚期內憂外患、洋務運動興起時期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C0AD9F9-FDF8-DC72-D19C-07C1AF6FDAB4}"/>
              </a:ext>
            </a:extLst>
          </p:cNvPr>
          <p:cNvSpPr txBox="1"/>
          <p:nvPr/>
        </p:nvSpPr>
        <p:spPr>
          <a:xfrm>
            <a:off x="10586884" y="6362545"/>
            <a:ext cx="1605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我是大帥哥</a:t>
            </a:r>
          </a:p>
        </p:txBody>
      </p:sp>
    </p:spTree>
    <p:extLst>
      <p:ext uri="{BB962C8B-B14F-4D97-AF65-F5344CB8AC3E}">
        <p14:creationId xmlns:p14="http://schemas.microsoft.com/office/powerpoint/2010/main" val="129486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BDC5AE-AE8C-DF8E-2ADF-4FE201EB9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225" y="249628"/>
            <a:ext cx="8534400" cy="1507067"/>
          </a:xfrm>
        </p:spPr>
        <p:txBody>
          <a:bodyPr>
            <a:normAutofit/>
          </a:bodyPr>
          <a:lstStyle/>
          <a:p>
            <a:pPr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lang="zh-TW" altLang="en-US" sz="5400" b="1" dirty="0">
                <a:solidFill>
                  <a:srgbClr val="9999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二、主要事蹟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525FA1-C0CD-BA8A-6C75-7CFE11032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225" y="1845185"/>
            <a:ext cx="9796444" cy="4087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軍事方面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·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參與平定捻亂</a:t>
            </a:r>
            <a:r>
              <a:rPr lang="zh-TW" altLang="en-US" sz="280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他是淮軍名將，參與了平定太平天國和捻亂的戰事，因軍功獲得擢升。 </a:t>
            </a:r>
            <a:endParaRPr lang="en-US" altLang="zh-TW" sz="2800" b="0" i="0" dirty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·</a:t>
            </a:r>
            <a:r>
              <a:rPr lang="zh-TW" altLang="en-US" sz="280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參與清法戰爭： 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在清法戰爭期間（</a:t>
            </a:r>
            <a:r>
              <a:rPr lang="en-US" altLang="zh-TW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1884-1885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年），法國進攻台灣基隆和滬尾</a:t>
            </a:r>
            <a:r>
              <a:rPr lang="en-US" altLang="zh-TW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淡水</a:t>
            </a:r>
            <a:r>
              <a:rPr lang="en-US" altLang="zh-TW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，劉銘傳親自指揮防守，成功擊退法軍。</a:t>
            </a:r>
          </a:p>
          <a:p>
            <a:pPr marL="0" indent="0">
              <a:buNone/>
            </a:pPr>
            <a:endParaRPr lang="en-US" altLang="zh-TW" sz="2800" b="0" i="0" dirty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sz="2800" b="0" i="0" dirty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2800" dirty="0">
              <a:solidFill>
                <a:schemeClr val="tx1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450172A-8182-8B06-767A-A335A3B41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672" y="4056993"/>
            <a:ext cx="4249328" cy="279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612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F77352CD-FC84-7A4F-9CBD-C1FB852A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225" y="249628"/>
            <a:ext cx="8534400" cy="1507067"/>
          </a:xfrm>
        </p:spPr>
        <p:txBody>
          <a:bodyPr>
            <a:normAutofit/>
          </a:bodyPr>
          <a:lstStyle/>
          <a:p>
            <a:pPr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lang="zh-TW" altLang="en-US" sz="5400" b="1" dirty="0">
                <a:solidFill>
                  <a:srgbClr val="9999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二、主要事蹟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2E9A40-4F09-42F3-D530-3264E80DD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225" y="1118053"/>
            <a:ext cx="10515600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洋務改革與建設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基礎建設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l">
              <a:buNone/>
            </a:pP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·</a:t>
            </a:r>
            <a:r>
              <a:rPr lang="zh-TW" altLang="en-US" sz="240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鐵路：</a:t>
            </a:r>
            <a:r>
              <a:rPr lang="zh-TW" altLang="en-US" sz="24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興建了台灣第一條鐵路，從基隆到新竹，是台灣鐵路系統的開端。</a:t>
            </a:r>
          </a:p>
          <a:p>
            <a:pPr marL="0" indent="0" algn="l">
              <a:buNone/>
            </a:pP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·</a:t>
            </a:r>
            <a:r>
              <a:rPr lang="zh-TW" altLang="en-US" sz="240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電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</a:t>
            </a:r>
            <a:r>
              <a:rPr lang="zh-TW" altLang="en-US" sz="240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en-US" sz="24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建設從基隆、淡水到臺北的電報陸線。</a:t>
            </a:r>
            <a:endParaRPr lang="en-US" altLang="zh-TW" sz="2400" i="0" dirty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l">
              <a:buNone/>
            </a:pP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·</a:t>
            </a:r>
            <a:r>
              <a:rPr lang="zh-TW" altLang="en-US" sz="240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郵政：</a:t>
            </a:r>
            <a:r>
              <a:rPr lang="zh-TW" altLang="en-US" sz="24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創辦了台灣的郵政總局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 marL="0" indent="0">
              <a:lnSpc>
                <a:spcPct val="100000"/>
              </a:lnSpc>
              <a:buNone/>
            </a:pP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 descr="一張含有 戶外, 黑與白, 山脈, 樹狀 的圖片&#10;&#10;自動產生的描述">
            <a:extLst>
              <a:ext uri="{FF2B5EF4-FFF2-40B4-BE49-F238E27FC236}">
                <a16:creationId xmlns:a16="http://schemas.microsoft.com/office/drawing/2014/main" id="{BEA37D3F-0B3C-E6D1-F11A-478E3C7ED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3810000"/>
            <a:ext cx="4064000" cy="304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57FA18B-61B0-7830-DBBD-30BA78B23B33}"/>
              </a:ext>
            </a:extLst>
          </p:cNvPr>
          <p:cNvSpPr txBox="1"/>
          <p:nvPr/>
        </p:nvSpPr>
        <p:spPr>
          <a:xfrm>
            <a:off x="10222605" y="6488668"/>
            <a:ext cx="2674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TW" altLang="en-US" sz="1800" b="1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這個小火車金古錐</a:t>
            </a:r>
            <a:endParaRPr lang="en-US" altLang="zh-TW" sz="1800" b="1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5195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0CD610-BDE7-9F4C-2D4A-0C709A05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225" y="249628"/>
            <a:ext cx="8534400" cy="1507067"/>
          </a:xfrm>
        </p:spPr>
        <p:txBody>
          <a:bodyPr>
            <a:normAutofit/>
          </a:bodyPr>
          <a:lstStyle/>
          <a:p>
            <a:pPr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lang="zh-TW" altLang="en-US" sz="5400" b="1" dirty="0">
                <a:solidFill>
                  <a:srgbClr val="9999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二、主要事蹟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CC2050-011F-4710-688D-AFACCD4EB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343" y="1455174"/>
            <a:ext cx="10515600" cy="20647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教育與人才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·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新式學堂：設立西學堂、電報學堂和番學堂，培養科技人才。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·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官員任用：積極選拔和培養具有現代知識和技能的人才，以支援洋務的建設。 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479A5F4-382C-F953-9116-5CDAA3C68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193" y="3519948"/>
            <a:ext cx="4872807" cy="329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986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589118-595D-E331-1B5F-728947882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225" y="249628"/>
            <a:ext cx="8534400" cy="1507067"/>
          </a:xfrm>
        </p:spPr>
        <p:txBody>
          <a:bodyPr>
            <a:normAutofit/>
          </a:bodyPr>
          <a:lstStyle/>
          <a:p>
            <a:pPr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lang="zh-TW" altLang="en-US" sz="5400" b="1" dirty="0">
                <a:solidFill>
                  <a:srgbClr val="9999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二、主要事蹟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8EF143-2E5D-8306-338B-C740B7448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55" y="959062"/>
            <a:ext cx="10515600" cy="56493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台灣治理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1. 1885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年設立臺灣省，劉銘傳為首任巡撫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 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建設成果：</a:t>
            </a:r>
          </a:p>
          <a:p>
            <a:pPr marL="0" indent="0">
              <a:buNone/>
            </a:pP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• 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開築鐵路（台北－基隆和新竹）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——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臺灣第一條鐵路</a:t>
            </a:r>
          </a:p>
          <a:p>
            <a:pPr marL="0" indent="0">
              <a:buNone/>
            </a:pP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• 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建立電報線與郵政制度</a:t>
            </a:r>
          </a:p>
          <a:p>
            <a:pPr marL="0" indent="0">
              <a:buNone/>
            </a:pP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• 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整修防禦工事，如基隆、滬尾（淡水）砲台</a:t>
            </a:r>
          </a:p>
          <a:p>
            <a:pPr marL="0" indent="0">
              <a:buNone/>
            </a:pP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• 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設立臺灣府學堂、推動教育現代化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 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整頓政務、推行稅制改革，強化中央對臺灣的掌控</a:t>
            </a:r>
          </a:p>
        </p:txBody>
      </p:sp>
    </p:spTree>
    <p:extLst>
      <p:ext uri="{BB962C8B-B14F-4D97-AF65-F5344CB8AC3E}">
        <p14:creationId xmlns:p14="http://schemas.microsoft.com/office/powerpoint/2010/main" val="970146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5CAA10-1E79-6D9B-3EE8-63D109471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883" y="259462"/>
            <a:ext cx="8534400" cy="1507067"/>
          </a:xfrm>
        </p:spPr>
        <p:txBody>
          <a:bodyPr>
            <a:normAutofit/>
          </a:bodyPr>
          <a:lstStyle/>
          <a:p>
            <a:pPr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lang="zh-TW" altLang="en-US" sz="5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三、歷史影響與評價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A06923-04CA-E9DA-82F7-C179DCEC3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83" y="1255252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奠定了臺灣現代化的基礎</a:t>
            </a:r>
            <a:endParaRPr lang="en-US" altLang="zh-TW" sz="2800" b="0" i="0" dirty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評價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·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正面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被譽為「臺灣現代化之父」，對臺灣的開發與現代化貢獻巨大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·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負面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財政負擔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大，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新政推行耗費巨大，導致臺灣財政嚴重，成為財政上的負擔</a:t>
            </a:r>
          </a:p>
        </p:txBody>
      </p:sp>
    </p:spTree>
    <p:extLst>
      <p:ext uri="{BB962C8B-B14F-4D97-AF65-F5344CB8AC3E}">
        <p14:creationId xmlns:p14="http://schemas.microsoft.com/office/powerpoint/2010/main" val="144027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6929CF-F96D-7912-CF1E-5A67A4F2E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728" y="200468"/>
            <a:ext cx="8534400" cy="1507067"/>
          </a:xfrm>
        </p:spPr>
        <p:txBody>
          <a:bodyPr>
            <a:normAutofit/>
          </a:bodyPr>
          <a:lstStyle/>
          <a:p>
            <a:pPr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lang="zh-TW" altLang="en-US" sz="5400" b="1" dirty="0">
                <a:solidFill>
                  <a:srgbClr val="FFFF99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四、結論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0AD0F1-736A-DDCF-5530-7CCD8B4E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728" y="1304412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劉銘傳是清末少數兼具軍事與改革能力的官員</a:t>
            </a:r>
          </a:p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他在臺灣的建設影響至今，象徵近代化起點</a:t>
            </a:r>
          </a:p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是了解晚清改革與臺灣近代史的重要人物</a:t>
            </a:r>
          </a:p>
          <a:p>
            <a:pPr marL="0" indent="0">
              <a:buNone/>
            </a:pP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369D56-C10E-653C-5574-AAFB39F4E018}"/>
              </a:ext>
            </a:extLst>
          </p:cNvPr>
          <p:cNvSpPr txBox="1"/>
          <p:nvPr/>
        </p:nvSpPr>
        <p:spPr>
          <a:xfrm>
            <a:off x="9633155" y="6402948"/>
            <a:ext cx="2893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TW" altLang="en-US" sz="1800" dirty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我覺得我們應該會笑場</a:t>
            </a:r>
            <a:endParaRPr lang="en-US" altLang="zh-TW" sz="1800" dirty="0">
              <a:solidFill>
                <a:srgbClr val="FFFF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9553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86CC78-3425-8FB1-54B5-597C3D0BAF97}"/>
              </a:ext>
            </a:extLst>
          </p:cNvPr>
          <p:cNvSpPr txBox="1">
            <a:spLocks/>
          </p:cNvSpPr>
          <p:nvPr/>
        </p:nvSpPr>
        <p:spPr>
          <a:xfrm>
            <a:off x="497399" y="397112"/>
            <a:ext cx="8534400" cy="150706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 sz="5400" b="1">
                <a:solidFill>
                  <a:srgbClr val="FFD700"/>
                </a:solidFill>
                <a:latin typeface="微軟正黑體"/>
              </a:defRPr>
            </a:pPr>
            <a:r>
              <a:rPr lang="zh-TW" altLang="en-US" sz="5400" b="1" dirty="0">
                <a:solidFill>
                  <a:srgbClr val="7030A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有獎徵答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0911A7D-F96C-D596-E37C-CC52E9E5720D}"/>
              </a:ext>
            </a:extLst>
          </p:cNvPr>
          <p:cNvSpPr txBox="1"/>
          <p:nvPr/>
        </p:nvSpPr>
        <p:spPr>
          <a:xfrm>
            <a:off x="497399" y="1691776"/>
            <a:ext cx="903830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我們報告的人物是誰？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劉銘傳幾歲的時候掛掉的？</a:t>
            </a: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圖片 6" descr="一張含有 人的臉孔, 直向, 男人, 人的鬍鬚 的圖片">
            <a:extLst>
              <a:ext uri="{FF2B5EF4-FFF2-40B4-BE49-F238E27FC236}">
                <a16:creationId xmlns:a16="http://schemas.microsoft.com/office/drawing/2014/main" id="{15C2E1D3-BC2C-799F-E381-D69E3BE78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0645" y="782392"/>
            <a:ext cx="4126212" cy="567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5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B8358-E221-5CDA-F5FF-3DEF8FDAC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226" y="4891981"/>
            <a:ext cx="8534400" cy="1908213"/>
          </a:xfrm>
        </p:spPr>
        <p:txBody>
          <a:bodyPr>
            <a:normAutofit fontScale="90000"/>
          </a:bodyPr>
          <a:lstStyle/>
          <a:p>
            <a:pPr algn="r"/>
            <a:r>
              <a:rPr lang="zh-TW" altLang="en-US" sz="1800" dirty="0">
                <a:latin typeface="標"/>
              </a:rPr>
              <a:t>成員</a:t>
            </a:r>
            <a:r>
              <a:rPr lang="en-US" altLang="zh-TW" sz="1800" dirty="0">
                <a:latin typeface="標"/>
              </a:rPr>
              <a:t>:</a:t>
            </a:r>
            <a:r>
              <a:rPr lang="zh-TW" altLang="en-US" sz="1800" dirty="0">
                <a:latin typeface="標"/>
              </a:rPr>
              <a:t>陳思妍</a:t>
            </a:r>
            <a:br>
              <a:rPr lang="en-US" altLang="zh-TW" sz="1800" dirty="0">
                <a:latin typeface="標"/>
              </a:rPr>
            </a:br>
            <a:r>
              <a:rPr lang="zh-TW" altLang="en-US" sz="1800" dirty="0">
                <a:latin typeface="標"/>
              </a:rPr>
              <a:t>陳億凌</a:t>
            </a:r>
            <a:br>
              <a:rPr lang="en-US" altLang="zh-TW" sz="1800" dirty="0">
                <a:latin typeface="標"/>
              </a:rPr>
            </a:br>
            <a:r>
              <a:rPr lang="zh-TW" altLang="en-US" sz="1800" dirty="0">
                <a:latin typeface="標"/>
              </a:rPr>
              <a:t>洪嘉成</a:t>
            </a:r>
            <a:br>
              <a:rPr lang="en-US" altLang="zh-TW" sz="1800" dirty="0">
                <a:latin typeface="標"/>
              </a:rPr>
            </a:br>
            <a:r>
              <a:rPr lang="zh-TW" altLang="en-US" sz="1800" dirty="0">
                <a:latin typeface="標"/>
              </a:rPr>
              <a:t>洪宇崘</a:t>
            </a:r>
            <a:br>
              <a:rPr lang="en-US" altLang="zh-TW" sz="1800" dirty="0">
                <a:latin typeface="標"/>
              </a:rPr>
            </a:br>
            <a:r>
              <a:rPr lang="zh-TW" altLang="en-US" sz="1800" dirty="0">
                <a:latin typeface="標"/>
              </a:rPr>
              <a:t>徐涎愷</a:t>
            </a:r>
            <a:br>
              <a:rPr lang="en-US" altLang="zh-TW" sz="1800" dirty="0">
                <a:latin typeface="標"/>
              </a:rPr>
            </a:br>
            <a:r>
              <a:rPr lang="zh-TW" altLang="en-US" sz="1800" dirty="0">
                <a:latin typeface="標"/>
              </a:rPr>
              <a:t>蘇柏升</a:t>
            </a:r>
            <a:br>
              <a:rPr lang="en-US" altLang="zh-TW" sz="1800" dirty="0">
                <a:latin typeface="標"/>
              </a:rPr>
            </a:br>
            <a:endParaRPr lang="zh-TW" altLang="en-US" sz="1800" dirty="0">
              <a:latin typeface="標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BE49B4-8A89-84B8-0594-52CC70D34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722" y="1276714"/>
            <a:ext cx="8534400" cy="36152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800" dirty="0">
                <a:solidFill>
                  <a:schemeClr val="tx1"/>
                </a:solidFill>
              </a:rPr>
              <a:t>THE END</a:t>
            </a:r>
            <a:endParaRPr lang="zh-TW" altLang="en-US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8026"/>
      </p:ext>
    </p:extLst>
  </p:cSld>
  <p:clrMapOvr>
    <a:masterClrMapping/>
  </p:clrMapOvr>
</p:sld>
</file>

<file path=ppt/theme/theme1.xml><?xml version="1.0" encoding="utf-8"?>
<a:theme xmlns:a="http://schemas.openxmlformats.org/drawingml/2006/main" name="切割線">
  <a:themeElements>
    <a:clrScheme name="切割線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割線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割線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200</TotalTime>
  <Words>505</Words>
  <Application>Microsoft Office PowerPoint</Application>
  <PresentationFormat>寬螢幕</PresentationFormat>
  <Paragraphs>58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標</vt:lpstr>
      <vt:lpstr>標楷體</vt:lpstr>
      <vt:lpstr>Century Gothic</vt:lpstr>
      <vt:lpstr>Wingdings 3</vt:lpstr>
      <vt:lpstr>切割線</vt:lpstr>
      <vt:lpstr>猜猜哪位是劉銘傳</vt:lpstr>
      <vt:lpstr>PowerPoint 簡報</vt:lpstr>
      <vt:lpstr>PowerPoint 簡報</vt:lpstr>
      <vt:lpstr>二、主要事蹟</vt:lpstr>
      <vt:lpstr>二、主要事蹟</vt:lpstr>
      <vt:lpstr>二、主要事蹟</vt:lpstr>
      <vt:lpstr>二、主要事蹟</vt:lpstr>
      <vt:lpstr>三、歷史影響與評價</vt:lpstr>
      <vt:lpstr>四、結論</vt:lpstr>
      <vt:lpstr>PowerPoint 簡報</vt:lpstr>
      <vt:lpstr>成員:陳思妍 陳億凌 洪嘉成 洪宇崘 徐涎愷 蘇柏升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猜猜哪位是劉銘傳</dc:title>
  <dc:creator>陳銘勛</dc:creator>
  <cp:lastModifiedBy>Bruce9811123</cp:lastModifiedBy>
  <cp:revision>17</cp:revision>
  <dcterms:created xsi:type="dcterms:W3CDTF">2025-11-01T02:11:37Z</dcterms:created>
  <dcterms:modified xsi:type="dcterms:W3CDTF">2025-11-05T23:42:47Z</dcterms:modified>
</cp:coreProperties>
</file>